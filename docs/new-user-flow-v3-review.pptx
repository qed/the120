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1005840"/>
            <a:ext cx="2377440" cy="2377440"/>
          </a:xfrm>
          <a:prstGeom prst="ellipse">
            <a:avLst/>
          </a:prstGeom>
          <a:solidFill>
            <a:srgbClr val="F96167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2834640"/>
            <a:ext cx="1234440" cy="1234440"/>
          </a:xfrm>
          <a:prstGeom prst="ellipse">
            <a:avLst/>
          </a:prstGeom>
          <a:solidFill>
            <a:srgbClr val="F9C846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3246120"/>
            <a:ext cx="685800" cy="68580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3977640"/>
            <a:ext cx="411480" cy="411480"/>
          </a:xfrm>
          <a:prstGeom prst="ellipse">
            <a:avLst/>
          </a:prstGeom>
          <a:solidFill>
            <a:srgbClr val="F96167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THE120  →  FIRST PROFIT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User Flow v3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Kid-first onboarding: one sitting from landing page to a live account inside the app — with an AI-drawn comic cover as the magic moment.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 review</a:t>
            </a:r>
            <a:pPr indent="0" marL="0">
              <a:buNone/>
            </a:pPr>
            <a:r>
              <a:rPr lang="en-US" sz="13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August 2026   ·   repos: 120-The120 + first-profit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products, one account system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73936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1" y="1927007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10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The120</a:t>
            </a:r>
            <a:pPr indent="0" marL="0">
              <a:buNone/>
            </a:pPr>
            <a:r>
              <a:rPr lang="en-US" sz="1200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the120.school · Next.js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53288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school's account front door: signup, parent auth, provisioning, parent dashboard</a:t>
            </a:r>
            <a:endParaRPr lang="en-US" sz="12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backend the apps talk to (app/api/fp/*) and the single live Supabase project — no staging environment</a:t>
            </a:r>
            <a:endParaRPr lang="en-US" sz="12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also hosts First Profit UI surfaces — these are deleted in phase 2 of this work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481328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773936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751" y="1927007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10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Profit</a:t>
            </a:r>
            <a:pPr indent="0" marL="0">
              <a:buNone/>
            </a:pPr>
            <a:r>
              <a:rPr lang="en-US" sz="1200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firstprofit.school · Vite SPA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532888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kids' app: a story-driven game where each kid builds a business, framed as their own graphic novel</a:t>
            </a:r>
            <a:endParaRPr lang="en-US" sz="12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sign in with username + password minted by The120</a:t>
            </a:r>
            <a:endParaRPr lang="en-US" sz="12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of several planned apps (fast math, math, …) behind the same account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1F2A44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5138928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" y="5361127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5029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separation this build completes:  </a:t>
            </a:r>
            <a:pPr indent="0" marL="0">
              <a:buNone/>
            </a:pPr>
            <a:r>
              <a:rPr lang="en-US" sz="13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The120 becomes the front door only — accounts, consent, provisioning. Apps live in their own codebases on their own domains. v3 is both a new signup flow and the cutover that makes this real.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application review to instant access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40680" cy="2880360"/>
          </a:xfrm>
          <a:prstGeom prst="roundRect">
            <a:avLst>
              <a:gd name="adj" fmla="val 2540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live today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67128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Application-shaped: per-child application → staff review → next-steps / waitlist</a:t>
            </a:r>
            <a:endParaRPr lang="en-US" sz="12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park in wait states for days; the funnel leaks at every gate</a:t>
            </a:r>
            <a:endParaRPr lang="en-US" sz="12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cohort was provisioned around it by hand — the flow and reality already disagree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81328"/>
            <a:ext cx="5440680" cy="2880360"/>
          </a:xfrm>
          <a:prstGeom prst="roundRect">
            <a:avLst>
              <a:gd name="adj" fmla="val 2540"/>
            </a:avLst>
          </a:prstGeom>
          <a:solidFill>
            <a:srgbClr val="FFF7F0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this build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167128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Single-sitting, kid-first onboarding: real account provisioned instantly, no review gate</a:t>
            </a:r>
            <a:endParaRPr lang="en-US" sz="12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comic cover makes the kid the hero of their own First Profit story — the magic moment is the point</a:t>
            </a:r>
            <a:endParaRPr lang="en-US" sz="12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launch for ALL families — new, mid-application, waitlisted, and beta — v2 archived, unrouted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73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2960" y="551383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for every family after launch — no parallel legacy states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0540" y="470916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4860" y="4873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94860" y="551383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gates — story answers are content, not an application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470916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4873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digits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366760" y="551383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wait: typing the emailed verification code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V3 FLOW AT /START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sitting, five steps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773936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317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chosen password, consent — 6-digit code typed inline verifies the email and creates the parent session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55448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0088" y="1755648"/>
            <a:ext cx="457200" cy="4572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1" name="Text 9"/>
          <p:cNvSpPr/>
          <p:nvPr/>
        </p:nvSpPr>
        <p:spPr>
          <a:xfrm>
            <a:off x="299008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38728" y="1773936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kid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90088" y="23317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 full name + age (5–18). Per-kid consent affirmation; duplicate-kid guard offers “Resume Maya”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155448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0368" y="1755648"/>
            <a:ext cx="457200" cy="4572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79008" y="1773936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30368" y="23317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photo → live AI comic cover with staged progress. No photo → still AI-personalized from name/age/answers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69480" y="155448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0648" y="1755648"/>
            <a:ext cx="457200" cy="4572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1" name="Text 19"/>
          <p:cNvSpPr/>
          <p:nvPr/>
        </p:nvSpPr>
        <p:spPr>
          <a:xfrm>
            <a:off x="747064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19288" y="1773936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70648" y="23317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story questions, fully skippable — answers become page 1 of the kid's story and feed the password word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09760" y="155448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FFF7F0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10928" y="175564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971092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59568" y="1773936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ready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10928" y="23317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account provisioned via the tested cores; username + password shown plainly with copy-to-clipboard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F2A44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498348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" y="5168646"/>
            <a:ext cx="315468" cy="31546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783080" y="4782312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building” → firstprofit.school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tab, kid already signed in via one-time handoff. On mobile (&lt; sm): same-tab navigation — no popup juggling.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6263640" y="45262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83680" y="4983480"/>
            <a:ext cx="685800" cy="68580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846" y="5168646"/>
            <a:ext cx="315468" cy="31546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498080" y="4782312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tab → parent dashboard
</a:t>
            </a:r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list, credentials recovery, add kid #2 — which re-enters the flow at step 2 under the same parent.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new skin, tested spine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892040"/>
          </a:xfrm>
          <a:prstGeom prst="roundRect">
            <a:avLst>
              <a:gd name="adj" fmla="val 1495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THE120  ·  NEXT.JS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93392"/>
            <a:ext cx="4480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/start — v3 flow UI
</a:t>
            </a:r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 · ?step= state · draft row = refresh/resume anchor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16352"/>
            <a:ext cx="4480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Server Actions
</a:t>
            </a:r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verify / resend · mint cookie session at verify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39312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fp/signup cores (already tested &amp; live)
</a:t>
            </a:r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startSignup · verifyCompletion · createChild w/ compensation · consentGate CAS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52628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99432"/>
            <a:ext cx="4480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/api/fp/cover — SSE route
</a:t>
            </a:r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generation · 25s soft deadline · waitUntil() regen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53492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422392"/>
            <a:ext cx="4480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Handoff: mint action + /api/fp/handoff/exchange
</a:t>
            </a:r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parent-session mint · Origin-allowlisted CAS consume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743200" cy="4892040"/>
          </a:xfrm>
          <a:prstGeom prst="roundRect">
            <a:avLst>
              <a:gd name="adj" fmla="val 2667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VENDORS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92024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993392"/>
            <a:ext cx="20116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(one live project)
</a:t>
            </a:r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users · children · signup attempts · onboarding drafts · handoff codes · consents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32918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364992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Blob
</a:t>
            </a:r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+ covers · The120 brokers ALL image access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43434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416552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gpt-image-2
</a:t>
            </a:r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~$0.05/img · 10–15s · Zero Data Retention contract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53949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54681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
</a:t>
            </a:r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codes · launch email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35440" y="1417320"/>
            <a:ext cx="2423160" cy="4892040"/>
          </a:xfrm>
          <a:prstGeom prst="roundRect">
            <a:avLst>
              <a:gd name="adj" fmla="val 3019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PROFIT · SPA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64040" y="19202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0" y="1993392"/>
            <a:ext cx="1691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/auth/enter
</a:t>
            </a:r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#fragment code, strips it, POSTs to exchange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64040" y="30632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0" y="3136392"/>
            <a:ext cx="1691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adoptSession
</a:t>
            </a:r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shared-device wipe → profile → hydrate (same as login)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64040" y="42062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279392"/>
            <a:ext cx="1691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surfaces
</a:t>
            </a:r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/ nav render the comic cover; SVG sprite fallback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464040" y="534924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0" y="5422392"/>
            <a:ext cx="1691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login
</a:t>
            </a:r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— contract unchanged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769864" y="3977640"/>
            <a:ext cx="356616" cy="0"/>
          </a:xfrm>
          <a:prstGeom prst="line">
            <a:avLst/>
          </a:prstGeom>
          <a:noFill/>
          <a:ln w="25400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878824" y="2423160"/>
            <a:ext cx="585216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8549640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code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" y="64190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v3 is a new caller on the already-tested provisioning cores — same repo, direct calls, no CORS/HTTP hop — plus two new narrow services (cover, handoff).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Provisioning: reuse the spine, keep its guarantees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196358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18488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cores, new caller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09160" y="1600200"/>
            <a:ext cx="6720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Server Actions call startSignup / verifyCompletion / createChild directly — the CORS routes and their firstprofit.school Origin allowlist are never on the path. is_test classification re-wired at the action layer.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09067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31" y="324374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898648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ordering preserved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09160" y="2880360"/>
            <a:ext cx="6720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 user is created passwordless; the password lands only after inbox proof (binding institutional rule: never a confirmed account with a caller-known password before verification). Edit-email = abandon attempt, start fresh.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4523903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78808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session minted at verify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709160" y="4160520"/>
            <a:ext cx="6720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cores return JSON tokens by design (cross-origin clients). v3 mints the cookie session via signInWithPassword at verify time so the existing dashboard gate works unchanged — asserted directly in tests.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349240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5650992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031" y="5804063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458968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compensated, retry is idempotent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709160" y="5440680"/>
            <a:ext cx="6720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createChild keeps reverse-order compensation by stable identity; provisioning retry replays the same attempt id. Cover generation failures never fail provisioning — the cover is decoration, the account is the product.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6-digit verification, without 6-digit mistakes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code at all: verifiable parental consent gates a minor's photo going to an AI vendor — but a click-a-link round trip breaks the single-sitting promise. The code is typed inline; the parent signs in with email + password thereafter.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2513228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500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columns, two front doors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2990088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lives in dedicated columns on the attempts table — the existing link-token path used by firstprofit.school is physically untouched. Same-email attempts on both doors can't clobber each other's secrets; resume dispatches by which mode's columns are set.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214884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2377440"/>
            <a:ext cx="502920" cy="50292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308" y="2513228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23500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Attempt-scoped CAS redeem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73952" y="2990088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10⁶ entropy, cross-attempt hash collisions are real: a global hash lookup could stamp another family's attempt. Redemption is compare-and-set scoped to the caller's attempt id — never SELECT-then-use (binding one-time-token rule).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" y="4799228"/>
            <a:ext cx="231343" cy="231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6360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controls: TTL + durable counter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04672" y="5276088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Hash-at-rest is not a meaningful control at 6 digits. The controls are a 10-minute TTL and a guess counter on the DB row — atomic increment, lockout at the cap, resend does NOT reset it, a fresh code voids old codes but not the counter.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17920" y="443484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46520" y="4663440"/>
            <a:ext cx="502920" cy="50292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308" y="4799228"/>
            <a:ext cx="231343" cy="231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46360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limits are backstops only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73952" y="5276088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sliding-window rate limiter is per-instance and empty on cold start — fine for volumetric throttling, never load-bearing for security. Both security counters (code guesses, cover generations) are durable DB state.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cover: honest latency, graceful failure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834640" cy="4846320"/>
          </a:xfrm>
          <a:prstGeom prst="roundRect">
            <a:avLst>
              <a:gd name="adj" fmla="val 2581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gpt-image-2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quality, stylized — photorealistic child rendering is forbidden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825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~$0.05 / 10–15s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1912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latency per generation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959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3251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Retention contract; COVER_AI_LIVE ships fail-closed to template mode until it's signed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50932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Per-kid cap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54589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cap is durable state on the draft record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1463040"/>
            <a:ext cx="80467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769364"/>
            <a:ext cx="502920" cy="50292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6268" y="1905152"/>
            <a:ext cx="231343" cy="23134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0" y="1554480"/>
            <a:ext cx="6903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route with honest stages
</a:t>
            </a:r>
            <a:pPr indent="0" marL="0">
              <a:buNone/>
            </a:pPr>
            <a:r>
              <a:rPr lang="en-US" sz="10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 (maxDuration 60) streams real transitions — photo-received, generation-started, complete — driving the prototype's progress animation. No fake progress.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611880" y="2706624"/>
            <a:ext cx="8046720" cy="1481328"/>
          </a:xfrm>
          <a:prstGeom prst="roundRect">
            <a:avLst>
              <a:gd name="adj" fmla="val 4938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0480" y="3195828"/>
            <a:ext cx="502920" cy="50292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268" y="3331616"/>
            <a:ext cx="231343" cy="23134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0" y="2798064"/>
            <a:ext cx="6903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 soft deadline → template + background regen
</a:t>
            </a:r>
            <a:pPr indent="0" marL="0">
              <a:buNone/>
            </a:pPr>
            <a:r>
              <a:rPr lang="en-US" sz="10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deadline the kid gets a name-personalized SVG template cover immediately; waitUntil() keeps generating in the background and upgrades the record when done — resolving its write target at completion time so a consumed draft's child record is updated, and a parent-triggered regen is never clobbered.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611880" y="4315968"/>
            <a:ext cx="80467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840480" y="462229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268" y="4758080"/>
            <a:ext cx="231343" cy="23134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72000" y="4407408"/>
            <a:ext cx="6903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moderation_blocked handled by design
</a:t>
            </a:r>
            <a:pPr indent="0" marL="0">
              <a:buNone/>
            </a:pPr>
            <a:r>
              <a:rPr lang="en-US" sz="10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failure with child photos. One stylization-forward prompt variant, then template fallback — never a same-input retry. No-photo path is a designed text-only personalization, not a degraded state.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611880" y="5559552"/>
            <a:ext cx="8046720" cy="1115568"/>
          </a:xfrm>
          <a:prstGeom prst="roundRect">
            <a:avLst>
              <a:gd name="adj" fmla="val 6557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840480" y="5865876"/>
            <a:ext cx="502920" cy="50292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268" y="6001664"/>
            <a:ext cx="231343" cy="23134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572000" y="5650992"/>
            <a:ext cx="6903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photo is a liability, not an asset
</a:t>
            </a:r>
            <a:pPr indent="0" marL="0">
              <a:buNone/>
            </a:pPr>
            <a:r>
              <a:rPr lang="en-US" sz="10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photo goes to Vercel Blob only long enough to generate; deleted immediately after a successful final cover (with a reaper sweep as the eventually-true guarantee). With ZDR upstream, our copy is the main retention risk.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&amp; data governance for minors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09928"/>
            <a:ext cx="502920" cy="50292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1845716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824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per kid, per attempt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322576"/>
            <a:ext cx="49286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every kid loop mints a fresh attempt and a one-checkbox consent re-affirmation. The new policy version explicitly covers account creation, photo → AI processing (including future kid-initiated uploads from inside the app), and draft storage.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48132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709928"/>
            <a:ext cx="502920" cy="50292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308" y="1845716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6824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version anchors, deliberately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73952" y="2322576"/>
            <a:ext cx="49286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mint anchor is pinned — moving it would push pre-deploy consents into a stale→compensate loop that deletes just-minted children on retry. The photo gate gets its own new anchor, so raising the photo bar can't brick in-flight signups.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968496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197096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" y="4332884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16966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that actually closes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4672" y="4809744"/>
            <a:ext cx="49286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photo gate is an EXISTS over plural active consents, plus a per-child revocation tombstone: only consents newer than the latest revocation count. That closes the race where a capture in flight during revocation silently re-opens the gate. Pre-v3 families have no photo consent — the dashboard captures it per kid before any cover is generated.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17920" y="3968496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197096"/>
            <a:ext cx="502920" cy="50292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308" y="4332884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16966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are server state with a lifecycle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73952" y="4809744"/>
            <a:ext cx="49286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pre-provisioning draft (photo, answers, cover status, generation cap) is a table, not client state — it anchors mid-flow resume. Abandoned drafts reap after 30 days: status flip → delete blobs → null keys, idempotent and re-runnable. Child erasure also deletes cover/photo blobs — Blob URLs stay live until deleted.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Cross-domain handoff: one click, one code, once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121408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54480"/>
            <a:ext cx="190195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clicks “Keep building”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70048" y="1961388"/>
            <a:ext cx="118872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88920" y="1481328"/>
            <a:ext cx="2121408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98648" y="1554480"/>
            <a:ext cx="190195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 mints code (parent owns kid ✓)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10328" y="1961388"/>
            <a:ext cx="118872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0" y="1481328"/>
            <a:ext cx="2121408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554480"/>
            <a:ext cx="190195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tab: /auth/enter#code=…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50608" y="1961388"/>
            <a:ext cx="118872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9480" y="1481328"/>
            <a:ext cx="2121408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79208" y="1554480"/>
            <a:ext cx="190195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strips fragment, POSTs exchange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90888" y="1961388"/>
            <a:ext cx="118872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09760" y="1481328"/>
            <a:ext cx="2121408" cy="960120"/>
          </a:xfrm>
          <a:prstGeom prst="roundRect">
            <a:avLst>
              <a:gd name="adj" fmla="val 7619"/>
            </a:avLst>
          </a:prstGeom>
          <a:solidFill>
            <a:srgbClr val="1F2A44"/>
          </a:solidFill>
          <a:ln/>
        </p:spPr>
      </p:sp>
      <p:sp>
        <p:nvSpPr>
          <p:cNvPr id="17" name="Text 15"/>
          <p:cNvSpPr/>
          <p:nvPr/>
        </p:nvSpPr>
        <p:spPr>
          <a:xfrm>
            <a:off x="9619488" y="1554480"/>
            <a:ext cx="190195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consume → token pair → adoptSession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5440680" cy="1847088"/>
          </a:xfrm>
          <a:prstGeom prst="roundRect">
            <a:avLst>
              <a:gd name="adj" fmla="val 3960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2944368"/>
            <a:ext cx="475488" cy="475488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622" y="3072750"/>
            <a:ext cx="218724" cy="21872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89888" y="290779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code, precisely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" y="3474720"/>
            <a:ext cx="49286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≥128-bit CSPRNG, stored hashed, bound to the specific kid, 120-second TTL. Consumption is one atomic UPDATE … WHERE used_at IS NULL … RETURNING; replay of a consumed code is logged as a signal. Response byte-matches the existing login route.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6217920" y="2743200"/>
            <a:ext cx="5440680" cy="1847088"/>
          </a:xfrm>
          <a:prstGeom prst="roundRect">
            <a:avLst>
              <a:gd name="adj" fmla="val 3960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46520" y="2944368"/>
            <a:ext cx="475488" cy="475488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902" y="3072750"/>
            <a:ext cx="218724" cy="21872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059168" y="290779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delivery, on purpose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473952" y="3474720"/>
            <a:ext cx="49286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query string — those land in browser history, server logs, and Referer headers. The fragment is stripped before the router or analytics initialize; a refresh after a burned code shows a soft “link expired” login, not a retry loop.</a:t>
            </a:r>
            <a:endParaRPr lang="en-US" sz="980" dirty="0"/>
          </a:p>
        </p:txBody>
      </p:sp>
      <p:sp>
        <p:nvSpPr>
          <p:cNvPr id="28" name="Shape 24"/>
          <p:cNvSpPr/>
          <p:nvPr/>
        </p:nvSpPr>
        <p:spPr>
          <a:xfrm>
            <a:off x="548640" y="4773168"/>
            <a:ext cx="5440680" cy="1847088"/>
          </a:xfrm>
          <a:prstGeom prst="roundRect">
            <a:avLst>
              <a:gd name="adj" fmla="val 3960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77240" y="4974336"/>
            <a:ext cx="475488" cy="475488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22" y="5102718"/>
            <a:ext cx="218724" cy="21872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89888" y="49377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blockers are the design, not an edge case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04672" y="5504688"/>
            <a:ext cx="49286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window.open fires synchronously on the click; the URL is assigned after mint. Blocked popup → visible manual link. Below the sm breakpoint the ending is same-tab navigation — phones don't juggle tabs.</a:t>
            </a:r>
            <a:endParaRPr lang="en-US" sz="980" dirty="0"/>
          </a:p>
        </p:txBody>
      </p:sp>
      <p:sp>
        <p:nvSpPr>
          <p:cNvPr id="33" name="Shape 28"/>
          <p:cNvSpPr/>
          <p:nvPr/>
        </p:nvSpPr>
        <p:spPr>
          <a:xfrm>
            <a:off x="6217920" y="4773168"/>
            <a:ext cx="5440680" cy="1847088"/>
          </a:xfrm>
          <a:prstGeom prst="roundRect">
            <a:avLst>
              <a:gd name="adj" fmla="val 3960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446520" y="497433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902" y="5102718"/>
            <a:ext cx="218724" cy="21872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059168" y="49377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PKCE / OAuth?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473952" y="5504688"/>
            <a:ext cx="49286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first-party sites, one hardcoded destination, server-side Origin allowlist on the exchange, audience binding on the code. Full OAuth machinery adds moving parts without adding a property we don't already have. Second handoff on a shared device: adoptSession wipes kid A before kid B, with explicit copy.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FAMILIES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launch means nobody gets stranded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0136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1949501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591056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remap table, one choke point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26280" y="1572768"/>
            <a:ext cx="6903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v2 state (10 routing cells + re-entry + resume-token outcomes) maps to exactly one v3 resume step plus the records to mint on entry. Every route producer — re-entry, dashboard cards, /resume redemption, /start self-redirect — consumes this single table; a table-driven test enumerates all cells.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48640" y="2779776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099816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3" y="3247949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2889504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misroute at the derivation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871216"/>
            <a:ext cx="6903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gate would bounce a v3 parent into the archived v2 mini-app (FP kids look like unarrived applicants). The fix is one derivation change — hasPassword = funnel-stamped AND not-FP, with a per-child FP discriminator — so every consumer routes correctly at once, with an explicit negative test protecting genuine v2 funnel parents.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548640" y="4078224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398264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4546397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4187952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recoverable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526280" y="4169664"/>
            <a:ext cx="6903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v2 parents (who never chose a password) get a one-time set-password step. Kid credentials: the dashboard shows usernames and lets the parent set a new kid password — the only recovery path, since kid emails are deliberately non-deliverable. Never touches parent credentials.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548640" y="5376672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5696712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5844845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72768" y="5486400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links keep working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526280" y="5468112"/>
            <a:ext cx="6903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v2 deep routes redirect to the dashboard (waitlisted families bookmarked their status pages). The launch announcement to mid-application, waitlisted, and beta families rides the existing single-use /resume redemption — already covered by the remap.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Rollout: fail-closed, promote-to-flip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2A3A5E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581912"/>
            <a:ext cx="384048" cy="384048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58191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The120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020824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merged, V3_START_LIVE off — the flag ships fail-closed from the page's first commit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227832" y="2103120"/>
            <a:ext cx="128016" cy="0"/>
          </a:xfrm>
          <a:prstGeom prst="line">
            <a:avLst/>
          </a:prstGeom>
          <a:noFill/>
          <a:ln w="25400">
            <a:solidFill>
              <a:srgbClr val="F9C84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55848" y="141732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2A3A5E"/>
          </a:solidFill>
          <a:ln/>
        </p:spPr>
      </p:sp>
      <p:sp>
        <p:nvSpPr>
          <p:cNvPr id="11" name="Shape 9"/>
          <p:cNvSpPr/>
          <p:nvPr/>
        </p:nvSpPr>
        <p:spPr>
          <a:xfrm>
            <a:off x="3520440" y="1581912"/>
            <a:ext cx="384048" cy="384048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95928" y="158191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first-profit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020824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landing + cover display; each side degrades gracefully alone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035040" y="2103120"/>
            <a:ext cx="128016" cy="0"/>
          </a:xfrm>
          <a:prstGeom prst="line">
            <a:avLst/>
          </a:prstGeom>
          <a:noFill/>
          <a:ln w="25400">
            <a:solidFill>
              <a:srgbClr val="F9C84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63056" y="141732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2A3A5E"/>
          </a:solidFill>
          <a:ln/>
        </p:spPr>
      </p:sp>
      <p:sp>
        <p:nvSpPr>
          <p:cNvPr id="17" name="Shape 15"/>
          <p:cNvSpPr/>
          <p:nvPr/>
        </p:nvSpPr>
        <p:spPr>
          <a:xfrm>
            <a:off x="6327648" y="15819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03136" y="158191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flag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2020824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promoting a known-good deployment — not redeploying whatever is on main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8842248" y="2103120"/>
            <a:ext cx="128016" cy="0"/>
          </a:xfrm>
          <a:prstGeom prst="line">
            <a:avLst/>
          </a:prstGeom>
          <a:noFill/>
          <a:ln w="25400">
            <a:solidFill>
              <a:srgbClr val="F9C84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70264" y="141732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2A3A5E"/>
          </a:solidFill>
          <a:ln/>
        </p:spPr>
      </p:sp>
      <p:sp>
        <p:nvSpPr>
          <p:cNvPr id="23" name="Shape 21"/>
          <p:cNvSpPr/>
          <p:nvPr/>
        </p:nvSpPr>
        <p:spPr>
          <a:xfrm>
            <a:off x="9134856" y="1581912"/>
            <a:ext cx="384048" cy="384048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24" name="Text 22"/>
          <p:cNvSpPr/>
          <p:nvPr/>
        </p:nvSpPr>
        <p:spPr>
          <a:xfrm>
            <a:off x="9134856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10344" y="158191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email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34856" y="2020824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announcement; links ride single-use /resume redemption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548640" y="2907792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 gates unauthenticated new-signup entry only — returning-family routing is always live, so the deploy-to-flip window can't strand anyone on a holding page.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109960" cy="914400"/>
        </p:xfrm>
        <a:graphic>
          <a:graphicData uri="http://schemas.openxmlformats.org/drawingml/2006/table">
            <a:tbl>
              <a:tblPr/>
              <a:tblGrid>
                <a:gridCol w="4434840"/>
                <a:gridCol w="6675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risk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v2-state remap misses a producer → stranded family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Single-table design + table-driven test over every enumerated v2 state; launch links go through already-remapped /resume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Cookie-session mint diverges from dashboard-gate expectations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assert gate facts directly; manual /dashboard landing check before the dashboard unit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collision — one live prod DB, no staging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MIGRATION-LOCK discipline: query the live ledger for versions; idempotent, additive-only; migration lands before dependent code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moderation_blocked rate higher than expected on real kid photos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fallback + background regen turns failures into delayed success; monitor before widening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E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48640" y="59893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(separable):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 the ~50 shared fp/lib modules, delete every First Profit UI surface from the120.school, grep identifiers to zero, and audit beta bookmarks/nurture links first.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48640" y="640080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design review — the plan is 10 units across two repos; poke holes now, before Unit 1 lands.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2026-08-05T15:53:10Z</dcterms:created>
  <dcterms:modified xsi:type="dcterms:W3CDTF">2026-08-05T15:53:10Z</dcterms:modified>
</cp:coreProperties>
</file>